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E07B39">
              <a:alpha val="15000"/>
            </a:srgbClr>
          </a:solidFill>
          <a:ln w="12700">
            <a:solidFill>
              <a:srgbClr val="E07B39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548640"/>
            <a:ext cx="2011680" cy="2011680"/>
          </a:xfrm>
          <a:prstGeom prst="ellipse">
            <a:avLst/>
          </a:prstGeom>
          <a:solidFill>
            <a:srgbClr val="C9A843">
              <a:alpha val="25000"/>
            </a:srgbClr>
          </a:solidFill>
          <a:ln w="12700">
            <a:solidFill>
              <a:srgbClr val="C9A843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RAAGA.AI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640080" y="2487168"/>
            <a:ext cx="1280160" cy="457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Carnatic Music Generation Platform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svara to symphony — built from scratch for Indian classical music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828800" cy="411480"/>
          </a:xfrm>
          <a:prstGeom prst="rect">
            <a:avLst>
              <a:gd name="adj" fmla="val 11111"/>
            </a:avLst>
          </a:prstGeom>
          <a:solidFill>
            <a:srgbClr val="C9A843">
              <a:alpha val="25000"/>
            </a:srgbClr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72 Ragas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24912" y="4160520"/>
            <a:ext cx="1828800" cy="411480"/>
          </a:xfrm>
          <a:prstGeom prst="rect">
            <a:avLst>
              <a:gd name="adj" fmla="val 11111"/>
            </a:avLst>
          </a:prstGeom>
          <a:solidFill>
            <a:srgbClr val="C9A843">
              <a:alpha val="25000"/>
            </a:srgbClr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~1.5M Params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9744" y="4160520"/>
            <a:ext cx="1828800" cy="411480"/>
          </a:xfrm>
          <a:prstGeom prst="rect">
            <a:avLst>
              <a:gd name="adj" fmla="val 11111"/>
            </a:avLst>
          </a:prstGeom>
          <a:solidFill>
            <a:srgbClr val="C9A843">
              <a:alpha val="25000"/>
            </a:srgbClr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9744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Full Audio Pipeline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94576" y="4160520"/>
            <a:ext cx="1828800" cy="411480"/>
          </a:xfrm>
          <a:prstGeom prst="rect">
            <a:avLst>
              <a:gd name="adj" fmla="val 11111"/>
            </a:avLst>
          </a:prstGeom>
          <a:solidFill>
            <a:srgbClr val="C9A843">
              <a:alpha val="25000"/>
            </a:srgbClr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94576" y="41605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REST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109728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34440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435608"/>
            <a:ext cx="566928" cy="5669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4356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3441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Music Tools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09928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Suno, Udio, and Stable Audio generate Western-style music. They have zero knowledge of ragas, talas, or gamakas.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441448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2642616"/>
            <a:ext cx="566928" cy="5669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6426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5511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Rule Enforcement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2916936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can't guarantee a svara sequence respects a raga's arohanam/avarohanam — they hallucinate musically.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48456"/>
            <a:ext cx="822960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849624"/>
            <a:ext cx="566928" cy="5669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49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✗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58184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Indian Classical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4123944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building devotional apps, OTT platforms, or music education tools have no programmable Carnatic music engine to call.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ellipse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Raaga.AI?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1280160" cy="457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Raaga.AI is the first programmable Carnatic music engine — it composes, adds lyrics, and synthesizes audio from a single API call.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011680"/>
            <a:ext cx="2578608" cy="2697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3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2011680"/>
            <a:ext cx="2578608" cy="54864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Engine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sequence validated against raga lakshana rules. Grammatically correct music, guaranteed.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011680"/>
            <a:ext cx="2578608" cy="2697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2011680"/>
            <a:ext cx="2578608" cy="54864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Model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9718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SvaraTransformer trained from scratch on Carnatic data. No generic base model — purpose-built.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72200" y="2011680"/>
            <a:ext cx="2578608" cy="26974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9A843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011680"/>
            <a:ext cx="2578608" cy="54864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0312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Audio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2971800"/>
            <a:ext cx="22860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C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Vocal melody + percussion + tambura drone mixed into 44.1kHz WAV. Playable output every time.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— 5-Stage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37160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1554480" cy="3520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88720"/>
            <a:ext cx="155448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75688" y="2240280"/>
            <a:ext cx="15544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783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svaras against arohanam &amp; avarohanam rules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005840" y="4297680"/>
            <a:ext cx="548640" cy="3200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1188720"/>
            <a:ext cx="1554480" cy="3520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40280" y="1188720"/>
            <a:ext cx="1554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813048" y="2240280"/>
            <a:ext cx="15544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13432" y="1783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331720" y="256032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grid with stress patterns &amp; avartanam structure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0" y="4297680"/>
            <a:ext cx="548640" cy="3200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77640" y="1188720"/>
            <a:ext cx="1554480" cy="3520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77640" y="1188720"/>
            <a:ext cx="1554480" cy="50292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550408" y="2240280"/>
            <a:ext cx="15544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50792" y="1783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SvaraGPT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069080" y="256032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generates musically valid svara sequences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80560" y="4297680"/>
            <a:ext cx="548640" cy="320040"/>
          </a:xfrm>
          <a:prstGeom prst="ellipse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15000" y="1188720"/>
            <a:ext cx="1554480" cy="3520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715000" y="1188720"/>
            <a:ext cx="155448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87768" y="2240280"/>
            <a:ext cx="155448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88152" y="1783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806440" y="256032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Template-based sahityam aligned to svara positions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17920" y="4297680"/>
            <a:ext cx="548640" cy="3200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452360" y="1188720"/>
            <a:ext cx="1554480" cy="352044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52360" y="1188720"/>
            <a:ext cx="1554480" cy="502920"/>
          </a:xfrm>
          <a:prstGeom prst="rect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43800" y="12344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25512" y="178308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543800" y="256032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contours → vocal → percussion → WAV output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955280" y="4297680"/>
            <a:ext cx="548640" cy="320040"/>
          </a:xfrm>
          <a:prstGeom prst="ellipse">
            <a:avLst/>
          </a:prstGeom>
          <a:solidFill>
            <a:srgbClr val="C05621"/>
          </a:solidFill>
          <a:ln w="12700">
            <a:solidFill>
              <a:srgbClr val="C056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55280" y="42976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7731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Input: Raga + Tala + Kala  →  Output: Full Composition WAV + Lyrics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Technology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00584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43000"/>
            <a:ext cx="64008" cy="14173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21792" y="1828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(Trains in ~20 min on GPU)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114300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42032" y="1143000"/>
            <a:ext cx="64008" cy="14173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06624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706624" y="1828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 Supported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(Melakarta + Janya)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14300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26864" y="1143000"/>
            <a:ext cx="64008" cy="14173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91456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791456" y="1828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automated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11696" y="1143000"/>
            <a:ext cx="18745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11696" y="1143000"/>
            <a:ext cx="64008" cy="14173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188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44.1kHz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876288" y="182880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quality WAV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788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Architecture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RoPE positional encoding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3593592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Query Attention (4Q / 2KV heads)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941064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895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SwiGLU feed-forward network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288536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4672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RMSNorm + scaled residual init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4636008"/>
            <a:ext cx="164592" cy="16459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4590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Weight-tied output projection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46320" y="27889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Stack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4846320" y="3246120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02352" y="32004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(async REST)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46320" y="3593592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02352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(task queue)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3941064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389534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SQLAlchemy (async)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46320" y="4288536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02352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 object storage (audio files)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846320" y="4636008"/>
            <a:ext cx="164592" cy="16459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02352" y="45902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(monitoring)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8872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33472" cy="3566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33472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♪  OTT &amp; Streaming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901952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8562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scores for Indian content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" y="2377440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3317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raga playlists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" y="2852928"/>
            <a:ext cx="109728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80720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soundscapes for shows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10712"/>
            <a:ext cx="2414016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547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Hotstar, Saregama, Gaana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10128" y="1188720"/>
            <a:ext cx="2633472" cy="3566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10128" y="1188720"/>
            <a:ext cx="2633472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Education Apps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474720" y="1901952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18562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raga learning tools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474720" y="2377440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3317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practice sequences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74720" y="2852928"/>
            <a:ext cx="109728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280720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Exam-ready composition exercises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419856" y="3410712"/>
            <a:ext cx="2414016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9856" y="3547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Carnatic academies, edtech startups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63056" y="1188720"/>
            <a:ext cx="2633472" cy="3566160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188720"/>
            <a:ext cx="2633472" cy="54864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1234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Devotional &amp; Gaming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27648" y="1901952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0528" y="185623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Temple ambience / bhajan generators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327648" y="2377440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0528" y="233172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Indian-themed game soundtracks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27648" y="2852928"/>
            <a:ext cx="109728" cy="10972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2807208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Meditation &amp; wellness platforms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2784" y="3410712"/>
            <a:ext cx="2414016" cy="3657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35478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Religious content platforms, studios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C9A843">
              <a:alpha val="10000"/>
            </a:srgbClr>
          </a:solidFill>
          <a:ln w="12700">
            <a:solidFill>
              <a:srgbClr val="C9A843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914400" cy="457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15568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 request to /api/v1/generate returns: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93192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3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691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Audio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075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44.1kHz stereo WAV — melody, percussion, and tambura drone mixed and normalized.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600200"/>
            <a:ext cx="393192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3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577840" y="16916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 Sequence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77840" y="20756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annotated svara sequence with section breakdown (pallavi, anupallavi, charanam).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27832"/>
            <a:ext cx="393192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3">
                <a:alpha val="4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80160" y="33192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 Lyrics (Sahityam)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Template-generated lyrics aligned to svara positions. Devotional or classical themes.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227832"/>
            <a:ext cx="3931920" cy="14173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3">
                <a:alpha val="4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77840" y="331927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Status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77840" y="370332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tracking — poll progress in real time and retrieve results when complete.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1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777240" cy="45720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487168"/>
            <a:ext cx="7818120" cy="457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331720"/>
            <a:ext cx="347472" cy="3474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1828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788920"/>
            <a:ext cx="1828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62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528" y="3337560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ragas + rule engine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5528" y="368503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SvaraTransformer v1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" y="403250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3986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synthesis pipeline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95528" y="437997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(FastAPI)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2331720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788920"/>
            <a:ext cx="1828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0" y="2788920"/>
            <a:ext cx="18288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2862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Quality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852928" y="3337560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808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model (10M params)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852928" y="3685032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Saraga dataset training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52928" y="4032504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35808" y="3986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Singer voice cloning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852928" y="4379976"/>
            <a:ext cx="109728" cy="10972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35808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training (AWS/GCP)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94960" y="2331720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00600" y="2788920"/>
            <a:ext cx="1828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2788920"/>
            <a:ext cx="1828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862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10328" y="333756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93208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composer UI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910328" y="36850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9320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SDK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10328" y="40325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93208" y="3986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subscription tiers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910328" y="43799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93208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marketplace listing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452360" y="2331720"/>
            <a:ext cx="347472" cy="347472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58000" y="1783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2788920"/>
            <a:ext cx="1828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0" y="2788920"/>
            <a:ext cx="1828800" cy="54864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28620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967728" y="3337560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50608" y="32918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Hindustani classical support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967728" y="3685032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50608" y="36393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MIDI export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67728" y="4032504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50608" y="39867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performance mode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967728" y="4379976"/>
            <a:ext cx="109728" cy="109728"/>
          </a:xfrm>
          <a:prstGeom prst="ellipse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0608" y="43342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0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E07B39">
              <a:alpha val="12000"/>
            </a:srgbClr>
          </a:solidFill>
          <a:ln w="12700">
            <a:solidFill>
              <a:srgbClr val="E07B39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2743200" cy="2743200"/>
          </a:xfrm>
          <a:prstGeom prst="ellipse">
            <a:avLst/>
          </a:prstGeom>
          <a:solidFill>
            <a:srgbClr val="C9A843">
              <a:alpha val="15000"/>
            </a:srgbClr>
          </a:solidFill>
          <a:ln w="12700">
            <a:solidFill>
              <a:srgbClr val="C9A843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RAAGA.AI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463040" cy="45720"/>
          </a:xfrm>
          <a:prstGeom prst="rect">
            <a:avLst/>
          </a:prstGeom>
          <a:solidFill>
            <a:srgbClr val="C9A843"/>
          </a:solidFill>
          <a:ln w="12700">
            <a:solidFill>
              <a:srgbClr val="C9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8483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first programmable Carnatic music engine.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the future of Indian classical music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45720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C9A843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493008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bannu  </a:t>
            </a:r>
            <a:pPr indent="0" marL="0">
              <a:buNone/>
            </a:pPr>
            <a:r>
              <a:rPr lang="en-US" sz="12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bannuparise@gmail.com
</a:t>
            </a:r>
            <a:pPr indent="0" marL="0">
              <a:buNone/>
            </a:pPr>
            <a:r>
              <a:rPr lang="en-US" sz="1200" dirty="0">
                <a:solidFill>
                  <a:srgbClr val="BB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github.com/raagaai  </a:t>
            </a:r>
            <a:pPr indent="0" marL="0">
              <a:buNone/>
            </a:pPr>
            <a:r>
              <a:rPr lang="en-US" sz="1200" dirty="0">
                <a:solidFill>
                  <a:srgbClr val="C9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raagaai.dev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E07B39"/>
          </a:solidFill>
          <a:ln w="12700">
            <a:solidFill>
              <a:srgbClr val="E07B39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Raaga.AI — Carnatic Music Generation Platform</dc:title>
  <dc:subject>PptxGenJS Presentation</dc:subject>
  <dc:creator>PptxGenJS</dc:creator>
  <cp:lastModifiedBy>PptxGenJS</cp:lastModifiedBy>
  <cp:revision>1</cp:revision>
  <dcterms:created xsi:type="dcterms:W3CDTF">2026-04-30T17:36:51Z</dcterms:created>
  <dcterms:modified xsi:type="dcterms:W3CDTF">2026-04-30T17:36:51Z</dcterms:modified>
</cp:coreProperties>
</file>